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E38C73-053B-4A53-A777-D3155D02B4C2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339E2-8572-44B0-9F6B-60F30CD1B3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224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339E2-8572-44B0-9F6B-60F30CD1B3C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599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339E2-8572-44B0-9F6B-60F30CD1B3C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75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08203A-8C8B-B154-5656-F7DF2B5AE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79B1DD-BF61-39B8-85EB-4320F2E58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8552A6-CF64-27A8-1F77-5439E17DB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84E-96D6-421F-B466-2F71418DF8A1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6F20F2-A6A8-3016-B262-8D50221D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75344F-4355-37AB-3280-A69E0710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13A6-11EB-4731-8176-16724BC4D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700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3A24A-1A85-E0A7-9C2A-351816746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ADF737-0CA6-7CF3-FBBD-B84CAA2A5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A80C28-16A0-18B6-46D1-405787D5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84E-96D6-421F-B466-2F71418DF8A1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D88401-77B4-32BB-D014-A7AF51CE2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531FB8-1229-4903-863F-3B33071D0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13A6-11EB-4731-8176-16724BC4D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31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D4D706-1F3F-AD28-7299-E16984AD7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E9D938-7FF3-8A02-C3F2-C90EFD678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52665C-CF27-D0B1-103F-6E43D3326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84E-96D6-421F-B466-2F71418DF8A1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ECCB98-0469-38DA-6ACE-E4138F54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6BCDAB-07EC-57B0-68CB-0FE8C251C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13A6-11EB-4731-8176-16724BC4D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798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61AA3-8FC4-2455-3F48-27A7AE236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FDF4E6-D97D-2466-15C6-85E567F6F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3EA92AB-3EE4-89D5-1A83-207F42D53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DB6F60-8CF9-076A-6952-F3653D75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84E-96D6-421F-B466-2F71418DF8A1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8B1B58-136B-633D-2045-EE395445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8A8901-1F71-3FE8-B2F9-6958A67E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13A6-11EB-4731-8176-16724BC4D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10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A8B399-E9CF-B9C6-07E7-431EA3156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7BA009-D6A0-1651-8DEF-ED4C6E3A3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8F6C88-EFF2-C858-2211-A4DFF8E4D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8C50A-77CC-8062-1645-F426960B99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304FF37-6894-7EE8-5CDA-93C6BE201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F5FED2-162F-2804-B70C-282355860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84E-96D6-421F-B466-2F71418DF8A1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66511C-5CB8-41F7-BCAB-D7AC330A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241E2B-B7EC-075F-F08B-C1BC7306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13A6-11EB-4731-8176-16724BC4D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069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DF2C49-02FD-7FD0-E98C-81DF9EB5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33076C6-5BB8-B3AF-8A4E-44D9B5AF4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84E-96D6-421F-B466-2F71418DF8A1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A0CEECA-4F61-9426-6643-8DE7A14B8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91C6A5-DE43-74E4-DC5E-8F94E7BF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13A6-11EB-4731-8176-16724BC4D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325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F34374A-A03F-8003-6CB8-FB7EBCD8B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84E-96D6-421F-B466-2F71418DF8A1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0108D6D-5B76-2524-7352-ACEA9C3CA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26F769-0D9B-AB24-6F7F-499725CE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13A6-11EB-4731-8176-16724BC4D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1976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4CFBFF-119B-EA66-0860-ABF223281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495D7A-1B81-FED6-71AE-6B981B6C7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647AE4-B5A6-5166-E133-7721179BD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68A1D8-61C2-4244-3B71-A5883D936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84E-96D6-421F-B466-2F71418DF8A1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12FF38-2403-657F-AF62-189606876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FE2988-264B-77A0-64EC-171E7266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13A6-11EB-4731-8176-16724BC4D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825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814031-B30E-982D-9017-709CC46DB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D036CD-EAB1-0598-ACE5-A7F73E66D6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2E5D5F-4F43-799E-790E-0364FC880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938DFF-11D7-E677-086F-094806E8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84E-96D6-421F-B466-2F71418DF8A1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D01E14-E582-ADD8-3755-1D2A69174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B59C46-CBF3-9407-A974-822414BC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13A6-11EB-4731-8176-16724BC4D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468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DBBED-7D42-15FA-5714-824B9EFAA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D0B309-4D73-B10D-B255-E68E2BB94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A2DB6E-55A7-7A69-3116-27D56272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84E-96D6-421F-B466-2F71418DF8A1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C8B4ED-2A15-532A-32EC-A3BE48C84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B171C2-E959-FB2E-4B25-18E12B351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13A6-11EB-4731-8176-16724BC4D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2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8510EA-A69D-5AB3-9D32-E08AEC76D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30CB90-06C5-EF51-EDB4-55E4CEB02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0E1D3F-B78E-D145-3ECE-29DB2DEB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84E-96D6-421F-B466-2F71418DF8A1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BBE679-7881-7AB4-6A83-940A21D97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26A6E0-5E15-572E-1CAD-03BCF0B78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513A6-11EB-4731-8176-16724BC4D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96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D0020-4CD8-E94C-C30A-D0AA1AF18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D21842-86E1-669D-6419-CA21B2309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D2AE43-CD2A-59B2-4DDC-A08FBB1A5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A484E-96D6-421F-B466-2F71418DF8A1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55840A-A2AC-396B-F439-165AEAD02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416C90-511B-700C-EDFE-F5D9E57DA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513A6-11EB-4731-8176-16724BC4D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146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C00A34-256B-5B1E-4BBE-0D8804C69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8" y="1"/>
            <a:ext cx="12297103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73E11D-79B6-74EB-EF33-70EB506DA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06400"/>
            <a:ext cx="10058400" cy="2387600"/>
          </a:xfrm>
        </p:spPr>
        <p:txBody>
          <a:bodyPr>
            <a:normAutofit/>
          </a:bodyPr>
          <a:lstStyle/>
          <a:p>
            <a:r>
              <a:rPr lang="ru-RU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Клавиатурный тренажер на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endParaRPr lang="ru-RU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789D5C-AD86-FA25-8EE3-E23EB7DD4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7988" y="2601119"/>
            <a:ext cx="4224951" cy="1655762"/>
          </a:xfrm>
        </p:spPr>
        <p:txBody>
          <a:bodyPr/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Выполнено:</a:t>
            </a:r>
          </a:p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Ратовский М.В.</a:t>
            </a:r>
          </a:p>
          <a:p>
            <a:pPr algn="l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Силохов</a:t>
            </a:r>
            <a:r>
              <a:rPr lang="ru-RU">
                <a:latin typeface="Times New Roman" panose="02020603050405020304" pitchFamily="18" charset="0"/>
                <a:cs typeface="Times New Roman" panose="02020603050405020304" pitchFamily="18" charset="0"/>
              </a:rPr>
              <a:t> М.Д.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59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521DC1-FBBA-2E4C-CF17-E10F65FFD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910"/>
            <a:ext cx="12192000" cy="68160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5BBFDA-F4A0-1E93-1D1E-24D87CDAE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0"/>
            <a:ext cx="10515600" cy="1848273"/>
          </a:xfrm>
        </p:spPr>
        <p:txBody>
          <a:bodyPr>
            <a:norm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проекта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A8EA5F-93E7-B5A8-FA29-85884D41B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9624" y="1848273"/>
            <a:ext cx="10382376" cy="15001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	Разработать программу для тренировки набора текста с автоматическим расчётом скорости (</a:t>
            </a:r>
            <a:r>
              <a:rPr lang="ru-RU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</a:t>
            </a:r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/мин) и отслеживанием ошибок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432048-1D0E-EF8E-BB59-F1177A622A5C}"/>
              </a:ext>
            </a:extLst>
          </p:cNvPr>
          <p:cNvSpPr txBox="1"/>
          <p:nvPr/>
        </p:nvSpPr>
        <p:spPr>
          <a:xfrm>
            <a:off x="1023041" y="3346197"/>
            <a:ext cx="6192570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многопоточное приложение с таймером и обработкой ввода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массив из 300 русских слов для тренировок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систему проверки ввода и подсчета ошибок в реальном времени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расчет статистики: скорость в знаках в минуту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/мин), время, ошибки</a:t>
            </a:r>
          </a:p>
        </p:txBody>
      </p:sp>
    </p:spTree>
    <p:extLst>
      <p:ext uri="{BB962C8B-B14F-4D97-AF65-F5344CB8AC3E}">
        <p14:creationId xmlns:p14="http://schemas.microsoft.com/office/powerpoint/2010/main" val="2126268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D7B95A-4801-6686-3A2F-A99BC3629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527EE-E6F0-2355-31AA-7A1B7B143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8634" y="728081"/>
            <a:ext cx="10515600" cy="1350333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преимущества</a:t>
            </a:r>
            <a:b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675EC6-597D-4484-6A9A-97B9E280C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8443" y="1593371"/>
            <a:ext cx="8475113" cy="276907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Многопоточная архитектура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Параллельная работа таймера, отображения слов и обработки ввода</a:t>
            </a:r>
          </a:p>
          <a:p>
            <a:pPr>
              <a:lnSpc>
                <a:spcPct val="150000"/>
              </a:lnSpc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Умная проверка ввода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Посимвольная проверка с мгновенной реакцией на ошибки</a:t>
            </a:r>
          </a:p>
          <a:p>
            <a:pPr>
              <a:lnSpc>
                <a:spcPct val="150000"/>
              </a:lnSpc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База из 300 слов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Разнообразный словарь русских слов для эффективных тренировок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3E860-4894-2A61-C10A-CD7229636AC3}"/>
              </a:ext>
            </a:extLst>
          </p:cNvPr>
          <p:cNvSpPr txBox="1"/>
          <p:nvPr/>
        </p:nvSpPr>
        <p:spPr>
          <a:xfrm>
            <a:off x="225678" y="4362450"/>
            <a:ext cx="8899272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Подробная статистика</a:t>
            </a:r>
            <a:b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 расчёт скорости (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/мин), времени, количества ошибок и прогресса</a:t>
            </a:r>
          </a:p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Синхронизация потоков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данных через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стабильной работы</a:t>
            </a:r>
          </a:p>
        </p:txBody>
      </p:sp>
    </p:spTree>
    <p:extLst>
      <p:ext uri="{BB962C8B-B14F-4D97-AF65-F5344CB8AC3E}">
        <p14:creationId xmlns:p14="http://schemas.microsoft.com/office/powerpoint/2010/main" val="340157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4ECEE-00BC-945B-C0D8-45E6593E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62480F-22C2-2E92-9CEB-52EF9E235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B55995-F3B2-5E36-41B2-6449EB80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891" y="944398"/>
            <a:ext cx="10337109" cy="1350333"/>
          </a:xfrm>
        </p:spPr>
        <p:txBody>
          <a:bodyPr>
            <a:normAutofit fontScale="90000"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Техническая реализация</a:t>
            </a:r>
            <a:b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8A1A1-5BF8-635D-3227-2CCB5D9C213B}"/>
              </a:ext>
            </a:extLst>
          </p:cNvPr>
          <p:cNvSpPr txBox="1"/>
          <p:nvPr/>
        </p:nvSpPr>
        <p:spPr>
          <a:xfrm>
            <a:off x="1854891" y="1619564"/>
            <a:ext cx="6160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sz="2400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программы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197BAC-04AA-FC6F-68D6-6EFF58958962}"/>
              </a:ext>
            </a:extLst>
          </p:cNvPr>
          <p:cNvSpPr txBox="1"/>
          <p:nvPr/>
        </p:nvSpPr>
        <p:spPr>
          <a:xfrm>
            <a:off x="1921599" y="2147953"/>
            <a:ext cx="757482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Многопоточность:</a:t>
            </a:r>
            <a:endParaRPr lang="ru-RU" b="0" i="0" dirty="0">
              <a:solidFill>
                <a:srgbClr val="1D1D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Поток 1:</a:t>
            </a:r>
            <a:r>
              <a:rPr lang="ru-RU" b="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Таймер (отсчёт времени тренировки)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Поток 2:</a:t>
            </a:r>
            <a:r>
              <a:rPr lang="ru-RU" b="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Отображение слов и обработка ввода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Синхронизация:</a:t>
            </a:r>
            <a:r>
              <a:rPr lang="ru-RU" b="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ru-RU" b="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ru-RU" b="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защиты общих данных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724EC6-E8BC-2A22-A22F-D72FB29D9A59}"/>
              </a:ext>
            </a:extLst>
          </p:cNvPr>
          <p:cNvSpPr txBox="1"/>
          <p:nvPr/>
        </p:nvSpPr>
        <p:spPr>
          <a:xfrm>
            <a:off x="581906" y="3952187"/>
            <a:ext cx="6160882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компоненты:</a:t>
            </a:r>
            <a:endParaRPr lang="ru-RU" b="0" i="0" dirty="0">
              <a:solidFill>
                <a:srgbClr val="1D1D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 </a:t>
            </a:r>
            <a:r>
              <a:rPr lang="ru-RU" b="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300 русских слов разной длины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Статистика: </a:t>
            </a:r>
            <a:r>
              <a:rPr lang="ru-RU" b="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время, ошибки, скорость, прогресс, нажато знаков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4196CA0-4D73-C962-1060-79907EB9C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012" y="3919247"/>
            <a:ext cx="3111138" cy="173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82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97844-D925-88BA-6101-DDC043BF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8B8DAA-375B-1A69-6EB1-2A5C8F8A2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B200C-8FDF-AFC9-9301-05E717355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325" y="323850"/>
            <a:ext cx="10515600" cy="1500187"/>
          </a:xfrm>
        </p:spPr>
        <p:txBody>
          <a:bodyPr>
            <a:normAutofit/>
          </a:bodyPr>
          <a:lstStyle/>
          <a:p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F28880-A010-5C67-5E59-2AC37036460A}"/>
              </a:ext>
            </a:extLst>
          </p:cNvPr>
          <p:cNvSpPr txBox="1"/>
          <p:nvPr/>
        </p:nvSpPr>
        <p:spPr>
          <a:xfrm>
            <a:off x="2462212" y="2214586"/>
            <a:ext cx="6272212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Объективные показатели: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Точная скорость печати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/мин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Время, затраченное на тренировку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ошибок, за тренировку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F7B90B-3921-8522-05AC-16F5DC786612}"/>
              </a:ext>
            </a:extLst>
          </p:cNvPr>
          <p:cNvSpPr txBox="1"/>
          <p:nvPr/>
        </p:nvSpPr>
        <p:spPr>
          <a:xfrm>
            <a:off x="1802606" y="1824037"/>
            <a:ext cx="6272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получает пользователь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98B71E-D626-8A96-4EC5-39F72715C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923" y="85546"/>
            <a:ext cx="5193097" cy="289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382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A064-5D34-59D0-2517-D87609E9E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4C0261-6FBE-0E0E-F1D1-3B288F35C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38105-63B3-D0AD-305B-A06E2C78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B8F497-22FD-693B-8110-DCA643164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95421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243</Words>
  <Application>Microsoft Office PowerPoint</Application>
  <PresentationFormat>Широкоэкранный</PresentationFormat>
  <Paragraphs>35</Paragraphs>
  <Slides>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Клавиатурный тренажер на C++</vt:lpstr>
      <vt:lpstr>Цель и задачи проекта</vt:lpstr>
      <vt:lpstr>Ключевые преимущества </vt:lpstr>
      <vt:lpstr>Техническая реализация </vt:lpstr>
      <vt:lpstr>Результат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Kelo Rat</dc:creator>
  <cp:lastModifiedBy>Kelo Rat</cp:lastModifiedBy>
  <cp:revision>2</cp:revision>
  <dcterms:created xsi:type="dcterms:W3CDTF">2026-03-13T17:20:00Z</dcterms:created>
  <dcterms:modified xsi:type="dcterms:W3CDTF">2026-03-13T20:13:58Z</dcterms:modified>
</cp:coreProperties>
</file>